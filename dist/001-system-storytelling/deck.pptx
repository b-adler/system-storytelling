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System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Modern systems are deeply interconnected.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Failure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What breaks for the user is often not where the issue starts.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Deeper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Top-level incidents are often driven by deeper infrastructure and interactions.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Tracing the system is required to identify the real trigger.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